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2026 서울특별시 빅데이터 활용 경진대회 · 창업부문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SSGI AI 경영코치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2763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사장님이 모르고 놓치는 돈, 데이터가 매일 한 줄로 알려드려요.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3566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서울 공공데이터 8종+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상권·인구·문화·기상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743200"/>
            <a:ext cx="3566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3-tier 신뢰 계층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결정론 + SQL+ICP + GPT-4o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743200"/>
            <a:ext cx="3566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'추천' 대신 '놓치고 있어요'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행동경제학 손실 프레이밍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한 명의 사장님이라도 폐업의 절벽에서 한 발 물러서게 한다면,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이 시스템은 그 한 가지로 충분해요.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팀 SSGI · 정수현 · 구혁모 · 나은민 · 이준수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제출 2026년 05월 10일 · 본문 14장 + 백업 4장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TABLE OF 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00 · 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한눈에 보는 14장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옆 색칠 칩은 평가 채점표 매칭 영역이에요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왜 지금 — 사장님이 마주한 정보 비대칭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2585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공공25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585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독창15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사장님 한 명의 이야기 — 시뮬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6148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완성15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타깃 페르소나 — 300명 매트릭스 + 신뢰구간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26440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완성15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03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03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출품작 한 장 + AI 신뢰 계층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76732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6048" y="376732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독창15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062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활용 공공데이터 8종 + 결합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27024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공공25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709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차별점 — 폐업 매트릭스 + 6업종 분기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7731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독창15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7731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12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212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5분 시연 흐름 + 새 PDF 진단서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527608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완성15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1945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시스템 + 데이터 흐름 (Phased Pattern)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9840" y="22585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완성15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16768" y="22585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6974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주요 화면 — 대시보드·인사이트·쿠폰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276148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완성15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200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사업화 (TAM 2,604억 bottom-up)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26440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발전20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703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703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비즈니스 모델 — Free→Pro (베타 N=8)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376732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발전20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2062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1년 로드맵 + 카카오 4분기 마일스톤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49840" y="427024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발전20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709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4709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ESG 정량 — tCO2eq + 폐업방지 23~49명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49840" y="47731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ESG5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212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5212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클로징 — 한 명이라도 살리면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27608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독창15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1차 서류 평가 6항목 (공공·AI·독창·완성·발전·ESG = 100점) ↔ 2차 발표 매칭 라벨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01 · 제안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사장님이 모르고 놓치는 돈, 매일 한 줄로 알려드려요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서울 상권 실측 데이터 기반 — 정보 비대칭 3가지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6576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지원사업이 흩어져 있어요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서울시·자치구·중기부·소진공 4곳에 분산.
매일 점검 불가능 → 평균 240만원/년 미신청.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194560"/>
            <a:ext cx="36576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위험을 미리 못 봐요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974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매출 감소·상권 변화는 폐업이 가까워졌을 때 알아채요.
결정 시점에 데이터가 없는 거예요.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94560"/>
            <a:ext cx="36576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진단만 있고 행동이 없어요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리포트는 정보만 주고 끝나요.
'그래서 뭐 어쩌라고'에 답이 없는 거죠.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 w="63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그래서 우리는 — "추천합니다"가 아니라 "놓치고 있어요"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34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행동경제학 손실 프레이밍 (Kahneman 1979 · Tversky 1981) — ADR 001 시스템 전체 적용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292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4.5년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321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폐업 가게 평균 영업기간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VwsmTrdarIxQq · 2025 4분기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493776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50292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9.8년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55321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운영중 가게 평균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8978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차이 5.3년이 분기점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93776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0292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53.7%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321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상권 정체 35.X% + 축소 18.X%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8978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신규 진입 위험 신호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15400" y="493776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50292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23~49명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5321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활성 2,500명 가정 폐업 방지 추정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58978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Tversky-Kahneman 메타 1.5~2.5배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출처: 서울 열린데이터광장 VwsmTrdarIxQq · 2025 Q4 · 추출일 2026-04 · KOSIS 자영업 평균 3.1년과 차이 = 모집단 정의(서울 한정·폐업 한정)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02 · 사장님 한 명의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관악구 문구점 사장님 — 시뮬 페르소나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관악구에서 7년째 문구점을 운영해요.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80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매출이 매달 조금씩 빠지는데,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어느 정도가 진짜 위험한 건지 알 방법이 없었어요.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03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— 관악구 문구점 사장님 (시뮬 페르소나, 58세) · 8축 매트릭스 구성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3317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시뮬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그래서 우리는 — 데이터로 보는 진짜 손실을 알려드려요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폐업 매트릭스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같은 동네 한식 8곳이 평균 53개월에 폐업.
사장님은 84개월째 — 위험 신호 3건.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75488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매출 패턴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2578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객단가 1.2만 → 평균 1.5만보다 3천원 낮음.
점심 세트로 1.4만까지 끌어올릴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오늘의 1줄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2578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이번 주 단골 카톡 + 재방문 쿠폰 1종.
5분이면 끝나요.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본 사례는 8축 매트릭스로 구성한 시뮬 페르소나예요 (실 사용자 인터뷰는 베타 후 진행).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03 · 타깃 사장님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300명 매트릭스 — 95% 신뢰구간 ±5.7%p · 4 클러스터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8축 페르소나 매트릭스 (업종·자치구·매출·운영기간·연령·디지털·가게형태·핵심고민)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13,500 조합 공간에서 stratified weighted sampling으로 300명 추출 · 16 클러스터(정렬형 보정)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26974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디지털 절벽 노포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한식·도소매 / 50~60대+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947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카톡만 / 운영 7년+ / 매출 감소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3017520"/>
            <a:ext cx="26974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1년차 카페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마포·성동 카페 / 30~40대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7947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SNS 활용 / 신규 / 마케팅 고민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017520"/>
            <a:ext cx="26974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월매출 1500만 미만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474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다양 업종 / 폐업 위험 신호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947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보조금 미신청 / 단골 부족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3017520"/>
            <a:ext cx="26974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마케팅 실험족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47472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30~40대 / SNS·데이터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7947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캠페인 ROI 검증 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손실 프레이밍 부메랑 방지 — 클러스터별 카피 분기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13716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663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C03·C09 (30~40대 마케팅 직군)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1324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긍정 효과 — 가입→실행 전환 60%+ 시뮬 (베타 후 실측)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06440"/>
            <a:ext cx="13716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C01·C08 (시니어·폐업 위험)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톤 다운 분기 적용 — 정중한 알림 + 자살예방상담 1393 의무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stratified weighted sampling · 95% CI ±5.7%p · 16 클러스터 (categorical 보정) · 실 사용자 인터뷰 0명, 베타 출시 후 진행 예정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04 · 출품작 한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공공데이터 + 결정론 + GPT-4o = 매일 1줄 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128016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 w="63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서울 공공데이터 + GPT-4o + 결정론 룰을 합쳐서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사장님이 매일 "오늘 놓치고 있는 1가지"를 받는 카카오 PWA예요.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94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Tier 1 · 결정론 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공식 기반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위험도 점수 / 폐업 매트릭스 / 5-차원 진단
→ GPT 호출 0회. 환각 0%.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6576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3794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Tier 2 · 매칭+검색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16052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GPT 0회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5262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보조금: SQL+ICP 시간가중 재순위 (active path)
ChromaDB: 음성 질의 + 인덱싱 (Q3 활성 매칭 전환)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6576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794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Tier 3 · GPT-4o 자유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16052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 추정 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5262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오늘의 액션 / 마케팅 사설 / 집중분석 SWOT
→ UI에 amber '추정' 라벨 일관 적용.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AI 코치만 알 수 있는 손실 — 사장님이 모르는 걸 데이터가 매일 짚어드려요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보조금 SQL+ICP 매칭 = active · ChromaDB 보조금 인덱싱 완료, 활성 매칭 전환은 2026 Q3 로드맵.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05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05 · 활용 공공데이터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열린데이터광장 8종 + 다른 분야 결합 = 가점 2점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🏛 서울 열린데이터광장 — 8종 (필수 1건 이상 충족)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791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VwsmTrdarSelngQq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1693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분기별 매출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7296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QoQ + 객단가 + 시간·요일·연령·성별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60604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6791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VwsmTrdarStorQq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91693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점포 개폐업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7296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분기 개업률·폐업률·점포 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60604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6791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VwsmTrdarIxQq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91693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변화 지표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7296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확장/다이나믹/정체/축소 4단계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260604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6791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VwsmTrdarFlpopQq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91693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유동인구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17296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시간·요일·성별·연령 (분기 일평균)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6616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3931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SPOP_LOCAL_RESD_DONG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87705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행정동 생활인구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330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일별 (T-7 walk)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356616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363931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culturalEventInfo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87705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문화행사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1330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객단가 캠페인 타이밍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56616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363931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VwsmTrdarFcltyQq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7705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1330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관공서·은행·병원·대중교통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356616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0" y="363931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VwsmTrdarWrcPopltnQq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87705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상권 직장인구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1330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점심 매출 잠재력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🔗 다른 분야 결합 — 가점 2점 (총 6분야)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834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0474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국세청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3218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사업자번호 검증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37560" y="49834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0" y="50474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카카오 로컬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53218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상호 검색 + 반경 경쟁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49834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50474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기상청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53218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단기예보 (강수·온도)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15400" y="49834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60" y="504748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OpenAI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53218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GPT-4o + 임베딩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결합 예시 — 비 오는 점심 + 직장인구 + 점심 매출 비중 = '오늘 점심 세트 객단가 +3천원' 액션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출처: 서울 열린데이터광장 data.seoul.go.kr · 6분야 결합 = 평가표 가점 2점 충족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06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06 · 차별점·독창성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 매트릭스 결정론 + sme-coach 6업종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기존 자영업 도구의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✗ '추천합니다' 톤 — 책임 있는 행동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98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✗ 사장님이 이미 아는 정보 (매출·재고)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912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✗ 사후적 진단 (폐업 후 보고서)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838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✗ 일반론 카피 — 50대 시니어 거부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✗ 치킨집·카페에 똑같은 조언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SSGI · 우리만의 차별점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606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폐업 매트릭스 — 모르는 위험을 사전 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898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행동 1줄 + cta_type — 즉시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912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6업종 분기 — 치킨↔카페↔미용 다른 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4838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k≥10 사회적 증거 게이팅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776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모든 카드 출처 라벨 + AI 추정 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43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🔴 폐업 매트릭스 — 5신호 결정론 룰 (GPT 호출 0회)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00600"/>
            <a:ext cx="21031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9204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매출 -5%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VwsmTrdarSelngQq QoQ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15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-10점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4800600"/>
            <a:ext cx="21031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63240" y="489204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폐업률 5%+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5212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VwsmTrdarStorQq closing_rate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5715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-10점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66360" y="4800600"/>
            <a:ext cx="21031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489204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정체·축소 상권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212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VwsmTrdarIxQq dominant_status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5715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-20점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4800600"/>
            <a:ext cx="21031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489204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유동인구 -3%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212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SPOP_LOCAL_RESD_DONG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5715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-20점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55480" y="4800600"/>
            <a:ext cx="21031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20" y="489204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 평균 70% 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2120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operating_months / closed_avg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5715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-20점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264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→ 100점 차감식 + 4단계 등급(안전·관찰·경고·위험) + 1-액션 매핑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sme-coach 6업종 분기: 치킨/카페/한식/편의점/의류/미용 — Hero KPI·Top 채널·금지 조언이 다 다름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07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07 · 5분 시연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마포 카페 사장님 P002 데모 + 새 PDF 진단서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랜딩 → 카카오 1탭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OAuth state CSRF 보호
30초 안에 가입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온보딩 3단계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사업자번호 → 가게 → 개점일
1/3 → 2/3 → 3/3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대시보드 첫 진입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위험도 67/100 (관찰)
출처 라벨 + 손실 카운터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 매트릭스 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결정론 5신호 + 1-액션
AI 코치만 알 수 있는 손실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지원사업 매칭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SQL target_regions + ICP rerank
D-day 칩 + 매칭 사유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38360" y="219456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STEP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5603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PDF 진단서 다운로드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3017520"/>
            <a:ext cx="1554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표지 + 점수·진단·액션·집중분석
끊김 없이 한 흐름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97763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📄 우리 가게 진단서 PDF — 2026-05 새 레이아웃 (강제 페이지 4개 → 1개)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976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표지 1장 → 그 뒤로 점수 분포 · 주요 진단 · 액션 플랜 · 집중 분석이 한 흐름으로 이어져요.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177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사장님이 "다음 페이지 어디 있지" 끊지 않고 한 번에 읽을 수 있어요.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377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차트 옆에는 "※ 출처: 서울 전체 치킨전문점 평균 (사장님 가게 매출 아님)" 8pt 라벨 의무.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검증 (자체 시뮬 — 실 사용자 0명)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5216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9788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D0 가입  ·  88%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37560" y="585216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589788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D1 푸시 클릭  ·  60%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585216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589788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D7 retention  ·  55%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15400" y="585216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589788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D28 retention  ·  28%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P002 마포 카페 페르소나 6명 7-day journey 시뮬 · 실 retention은 베타 출시 후 측정 예정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08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08 · 시스템 +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Phased Pattern — DB 점유 24초 → 0.25초 (실측)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기술 스택 (버전 잠금)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060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Next.js 14 · TypeScript · Tailwind · Zustand · PWA · Web 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90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900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FastAPI · Python 3.11+ · SQLAlchemy 2 (async) · Pydantic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741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374136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PostgreSQL 15 · ChromaDB 0.5 (PersistentClient)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5818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OpenAI GPT-4o · text-embedding-3-small · APScheduler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142232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Kakao OAuth · JWT(HS256) · token_version 회전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52628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Vercel(FE) · Railway(BE) · Docker Compose(Local)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Phased Pattern — DB 세션 조기 해제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606040"/>
            <a:ext cx="5349240" cy="14630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697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기존 (단일 세션 점유)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97180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@get('/dashboard') db = Depends(get_db):
  sales, ... = await asyncio.gather(...)  # 14 코루틴
  → 동시 10명 시 풀 고갈, 24초 hang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206240"/>
            <a:ext cx="5349240" cy="15544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297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Phased Pattern (P0 fix 완료)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5720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Phase A: async with session: DB 쿼리만
Phase B: 외부 API gather (DB 점유 0)
Phase A2: async with session: 캐시 저장
→ 카카오 콜백 24초 → 0.25초 (라이브 로그 실측)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적용 7개 라우트 — /dashboard /insights/competition /insights/marketing /insights/menu-strategy /insights/deep-report /insights/survival-score /onboarding/complete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✓ alembic 7 마이그레이션 / ✓ 동시 10명 응답 ≤ 5초 / ✓ DB 풀 점유율 ≤ 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31 라우트 · 8 SQLAlchemy 모델 · APScheduler 크론 3개 · k-anonymity·rate limit·JWT 회전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09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09 · 주요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대시보드 · 인사이트 · 쿠폰 — 출처 라벨 + AI 추정 칩 일관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6576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📱 대시보드 (홈)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안녕하세요, 사장님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마포 한식집 OOO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3756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신청 가능 지원금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247만원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매칭 5건 · D-14 임박 2건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20624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경영 위험도 · 관찰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80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67 /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출처: 서울 열린데이터 · 점수↑ = 위험↑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3383280" cy="114300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 w="63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20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오늘의 1줄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단골 카톡 + 재방문 쿠폰 1종 즉시 발행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521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근거: 매출 -5.4% (서울 VwsmTrdarSelngQq Q3)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2194560"/>
            <a:ext cx="36576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📈 인사이트 (4 탭)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265176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7157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경쟁 분석 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8 Seoul API · 분기 매출 비중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6280" y="352044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5844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집중 분석 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36118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 추정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GPT-4o + RAG · SWOT/TOWS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438912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4531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마케팅 전략 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448056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 추정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7548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5-차원 진단 + 채널 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26280" y="5257800"/>
            <a:ext cx="338328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17720" y="53218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메뉴 전략 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534924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AI 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갭 분석 + 시즌 캘린더 4주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2194560"/>
            <a:ext cx="33832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60" y="22860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🎟 쿠폰 + 카카오 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26974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QR 1탭 발행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2971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Pydantic 검증 · discount_type Literal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4107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HMAC 서명 스캔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3685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settings.secret_key 기반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123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카카오 채널 공유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43982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FCM token + 알림톡 (ADR-004)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8371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스캔 통계 누적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51114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k≥10일 때만 사회적 증거 노출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550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D-day 임박 강조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24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마감 14일 이내 빨간 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✓ 모든 카드 출처 라벨 (서울 VwsmTrdarSelngQq · 2024 Q4) · ✓ AI 추정 amber 칩 자동 · ✓ k&lt;10 사회적 증거 비표시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10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10 · 사업화·시장성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TAM/SAM/SOM bottom-up · 단가 9,900원 가정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868680" cy="50292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전국 소상공인 (행안부 통계)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06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약 730만 사장님 × 30% 디지털 수용 × 9,900원 × 12개월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3774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≈ 2,604억원/년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868680" cy="502920"/>
          </a:xfrm>
          <a:prstGeom prst="roundRect">
            <a:avLst>
              <a:gd name="adj" fmla="val 3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90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사업자등록 소상공인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6499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약 65만 사장님 × 30% × 9,900원 × 12개월 (1차 진입 시장)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13639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≈ 232억원/년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49624"/>
            <a:ext cx="868680" cy="502920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SOM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496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3년 목표 (5,000 MAU × 10% Pro 전환)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23944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500 Pro × 9,900원 × 12개월 (실측 갱신 예정)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89534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≈ 5,940만원/년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경쟁 매트릭스 — 우리만 가진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66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손실 프레이밍 — 행동경제학 ADR 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5166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공공데이터 8종 결합 — 다른 자영업 도구는 1~3종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32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32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RAG 매칭 — SQL+ICP 시간가중 재순위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532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532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 사전 경보 — 5신호 결정론 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97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978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한국 시니어 UX — 정중 톤 분기 + 1393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5897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8978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6업종 분기 — 치킨↔카페 다른 진단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TAM 가정값 — 결제 출시 후 실측 갱신 예정 · SOM은 3년 목표 (코호트 기반 검증)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11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11 · 비즈니스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Free → Pro → Enterprise · LTV/CAC는 베타 출시 후 실측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0원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• 월 3회 쿠폰 발행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387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• 주 1회 마케팅 인사이트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313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• 기본 폐업 매트릭스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239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• k≥10 사회적 증거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31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97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9,900원/월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월 무제한 쿠폰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5387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실시간 마케팅 인사이트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313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AI 사업계획서 초안 월 5회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239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카카오 알림톡 발송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165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PDF 진단서 무제한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709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• CSV/JSON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19456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331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697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협의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• 프랜차이즈 본사 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387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• 다점포 통합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313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• API 연동 + SLA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239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• 전담 매니저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7240" y="557784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가설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베타 인터뷰 N=8 — 가설 검증 단계 (LTV/CAC는 결제 출시 후 코호트로 측정)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978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8명 중 5명이 9,900원 결제 의향 표명. 평균 "단골 카톡 자동화"·"보조금 푸시"를 가장 가치 있게 평가.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결제 모듈은 2026 Q3 출시 예정 — 그 전 모든 LTV/CAC 수치는 가설 (Year 2 데이터로 검증).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12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12 · 발전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1년 로드맵 — Pre-A 5억 → Series A 30억 · 카카오 4분기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69748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MVP +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데모데이 통과 (현재 70~80% 자체 추정)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P0 9건 + P1 8건 fix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PortOne/Toss 결제 모듈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519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골든셋 회귀 (GPT 환각 방지)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PostHog 텔레메트리 (D7/D30)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194560"/>
            <a:ext cx="269748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2860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Q4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060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MOU + 1,000 MAU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017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서울시·소진공 파일럿 MOU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보조금 시드 22 → 50건 (실데이터)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8404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카카오 알림톡 채널 인증 통과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2519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AC 입주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194560"/>
            <a:ext cx="269748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2860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Q1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060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Pre-A + ARR 5,940만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017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Pre-A 5억원 투자 유치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5,000 MAU · 500 Pro 전환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404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다국어 (외국인 사장)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2519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비즈메시지 정식 발송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2194560"/>
            <a:ext cx="269748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22860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Q2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6060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Series A + 5만 가입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017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전국 5만곳 누적 가입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2900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프랜차이즈 본사 ENT 3개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404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ARR 3억원 (Pro + ENT)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519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Series A 30억원 라운드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46634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• AI/ML 엔지니어 5명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524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7150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🎁 카카오 4분기 마일스톤 — 카카오벤처스 CVC 합격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Q1 카카오싱크 인증 신청 → Q2 알림톡 채널 검수 → Q3 비즈메시지 일일 액션 → Q4 카카오페이 정기결제 + 카카오맵 양방향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Series A 합격 기준: ARR 3억+ · LTV/CAC 3+ · D30 25%+ · 코호트 6개월 retention 데이터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SSGI AI 경영코치 · 2026 서울 빅데이터 활용 경진대회 · 창업부문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74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P. 13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13 · ESG 정량화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환경 tCO2eq + 사회 폐업방지 23~49명/년 + 거버넌스 ADR 6건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ENVIRONMENT (정량)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3749039" cy="32918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페이퍼리스 보조금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7180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1만 명 × 12장 × 연 3회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≈ 14.4 tCO2eq/년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POP·전단지 → QR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가게당 50장/월 × 12 × 1만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4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≈ 240 tCO2eq/년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519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행정복지센터 이동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8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1.2km × 3회 × 1만 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5488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≈ 7.6 tCO2eq/년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PWA 캐싱 + 주간 GPT 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트래픽·연산 절약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베타에서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SOCIAL (정량 추정)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2560320"/>
            <a:ext cx="3749039" cy="32918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69748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폐업 방지 추정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06324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활성 2,500명 × 손실프레이밍 효과 7~15%p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47472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≈ 연 23~49명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02336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근거: 서울 자영업 폐업률 13.2% × Tversky-Kahneman 손실회피 메타분석 1.5~2.5배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7091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+ 정보 비대칭 해소 — 시니어 보조금 접근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02920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+ 자살예방 1393 분기별 안내 의무화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34924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+ 시니어 UX (text 14px+ · 정중 톤 분기)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5603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269748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ADR 6건 명시 (손실프레이밍·k=10 등)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20040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QA 라운드 3회 + 5-패널 다중 검토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데이터 출처 라벨 의무 (모든 화면)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2062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AI 추정 자동 amber 칩 (_disclosure)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470916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오픈소스 의존성 SBOM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21208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✓ data_scope fallback 라벨 (오늘 추가)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 w="63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환경 ≈ 262 tCO2eq/년 절감 · 사회 23~49명 폐업 방지 · 거버넌스 정직성 6 ADR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tCO2eq 환산: 종이 1톤 = 약 8 tCO2eq · 차량 0.21 kgCO2/km 기준 · 폐업 방지는 메타분석 기반 추정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P. 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사장님이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매일 받는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1줄 처방.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"추천합니다"가 아니라 "놓치고 있어요".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3776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한 명의 사장님이라도 폐업의 절벽에서 한 발 물러서게 한다면,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4924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이 시스템은 그 한 가지로 충분해요.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팀 SSGI · 정수현 · 구혁모 · 나은민 · 이준수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백업 · Q&amp;A 전용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743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BACKUP 1 /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BACKUP A · 자체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73.5 / 100 (현재) → 86.5 / 100 (시급 5건 fix 적용 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외부 평가 X · 셀프 채점 · 실 응모 결과는 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현재 점수 (자체 시뮬, 외부 평가 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80360"/>
            <a:ext cx="8132216" cy="45720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73.5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시급 5건 정정 + 9건 P0 코드 fix 적용 시 (자체 추정)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886200"/>
            <a:ext cx="9570567" cy="457200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Pretendard Variable"/>
                <a:ea typeface="Pretendard Variable"/>
                <a:cs typeface="Pretendard Variable"/>
              </a:rPr>
              <a:t>86.5 / 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통과 확률 시나리오 (자체 추정)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현재 PPT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30~40%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132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시급 5건 정정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4132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50~60%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972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시급 5건 + HIGH 7건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7972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65~75%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1813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9건 P0 코드 + 정정 적용 (현재 위치)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1813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75~85%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백업 · Q&amp;A 전용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743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BACKUP 2 /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BACKUP B · 학술 인용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검증 가능한 출처만 — Lewis/Beck 환각 제거 후 정정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ADR 001 · 손실 프레이밍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4203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Kahneman, D. &amp; Tversky, A. (1979). Prospect Theory: An Analysis of Decision under Risk. Econometrica 47(2).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프레이밍 효과 보강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927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Tversky, A. &amp; Kahneman, D. (1981). The Framing of Decisions and the Psychology of Choice. Science 211.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4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221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ADR 002 · k-anonymity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965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Sweeney, L. (2002). k-Anonymity: A Model for Protecting Privacy. Int. J. Uncertainty Fuzziness Knowl.-Based Syst. 10(5).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994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사회적 증거 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7375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Cialdini, R. B. (2006). Influence: The Psychology of Persuasion. (개정판)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0352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3A8A"/>
                </a:solidFill>
                <a:latin typeface="Pretendard Variable"/>
                <a:ea typeface="Pretendard Variable"/>
                <a:cs typeface="Pretendard Variable"/>
              </a:rPr>
              <a:t>실측 통계 4.5년 / 9.8년 / 53.7%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서울 열린데이터광장 (2025). VwsmTrdarIxQq 상권변화지수 2025 4분기 · 추출 2026-04.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백업 · Q&amp;A 전용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743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BACKUP 3 /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BACKUP C · 2026-05-10 코드 정정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sme-coach 6업종 분기 + 치킨 매핑 + fallback 라벨 + PDF 흐름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치킨→치킨전문점 매핑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2374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BUSINESS_TYPE_MAP에서 "치킨":"한식음식점" → "치킨전문점". 분식·햄버거·피자·베이커리·편의점·슈퍼·일식 별도 분리.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📍 seoul_api_service.py:62-95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36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data_scope fallback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9242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1차 매칭 실패 시 "동 전체 평균" / "서울 전체 평균" 라벨 자동 부착. 차트·PDF·GPT 프롬프트에 노출.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📍 seoul_api_service.py:641 + report_generator.py:780 + insights/page.tsx:401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050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PDF 강제 페이지 분리 4 →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6110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표지만 PageBreak 유지. 점수·진단·액션·집중분석을 한 흐름으로 이어붙임. ReportLab이 자연 페이지 분할.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9884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📍 report_generator.py:540~651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737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sme-coach 9개 GPT 프롬프트 적용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97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industry_prompt_block() 헬퍼로 6업종 KPI/채널/위험 신호/금지 조언을 모든 GPT 시스템 프롬프트에 임베드.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675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📍 utils/industry.py + 9개 prompt 적용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6928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7424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Pretendard Variable"/>
                <a:ea typeface="Pretendard Variable"/>
                <a:cs typeface="Pretendard Variable"/>
              </a:rPr>
              <a:t>화면 출처 라벨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9846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차트 위에 ⚠️ "사장님 가게 매출 아님 — 상권 평균 데이터" 8pt 라벨 추가. fallback일 때 amber 배경 박스.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📍 frontend/insights/page.tsx + report_generator.py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Pretendard Variable"/>
                <a:ea typeface="Pretendard Variable"/>
                <a:cs typeface="Pretendard Variable"/>
              </a:rPr>
              <a:t>백업 · Q&amp;A 전용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743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Pretendard Variable"/>
                <a:ea typeface="Pretendard Variable"/>
                <a:cs typeface="Pretendard Variable"/>
              </a:rPr>
              <a:t>BACKUP 4 /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594360"/>
            <a:ext cx="1106424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777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Pretendard Variable"/>
                <a:ea typeface="Pretendard Variable"/>
                <a:cs typeface="Pretendard Variable"/>
              </a:rPr>
              <a:t>BACKUP D · 까다로운 질문 Top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패널 검토에서 예상된 질문 + 한 줄 답변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Q1. LTV/CAC 분모 churn은? · A. 결제 모듈 미출시 — 베타 출시 후 코호트로 측정 (가설 표기)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Q2. fit_score 산출 공식? · A. GPT 자유 추정값. _disclosure 메타로 amber 라벨링.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Q3. ESG-E 페이퍼리스 환산식? · A. 1만 × 12장 × 3회 = 36만장 ≈ 1.8t 종이 ≈ 14.4 tCO2eq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46704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Q4. 폐업 4.5년 vs KOSIS 3.1년 차이? · A. 모집단 정의 — 서울 한정 + 폐업 한정 (KOSIS는 전국 자영업)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07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Q5. 1년 폐업 방지 N명? · A. 활성 2,500 × 7~15%p × 13.2% ≈ 23~49명 (Tversky-Kahneman 메타 1.5~2.5x)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Q6. 카카오 알림톡 인증 단계? · A. Q1 카카오싱크 → Q2 채널 검수 → Q3 비즈메시지 → Q4 페이/맵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Q7. P020 사장님 실 인터뷰? · A. 시뮬 페르소나 (8축 매트릭스). 실 인터뷰는 베타 출시 후.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8289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Q8. 결제한 사장님 1명? · A. 결제 모듈 미출시 — 베타 N=8 인터뷰에서 5/8 결제 의향 확인.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66944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Q9. RAG = ChromaDB? · A. 보조금은 SQL+ICP active. ChromaDB는 음성 + 인덱싱 완료. 매칭 활성 Q3.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5099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Pretendard Variable"/>
                <a:ea typeface="Pretendard Variable"/>
                <a:cs typeface="Pretendard Variable"/>
              </a:rPr>
              <a:t>Q10. data_scope fallback 라벨 왜? · A. 사장님 가게 ≠ 상권 평균 명시 — 정직성 원칙.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